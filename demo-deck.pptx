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AI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Pipelines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software in record time with record accuracy.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749040"/>
            <a:ext cx="18288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composable skills  |  2 mirrored pipelines  |  1 learning system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56032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Autonomous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Devin, Sweep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a task, hope for the best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decisions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intermediate artifacts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catch mistakes early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56032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Chat-Based Reactive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Copilot, Cline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autocomplete, no structure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depends on prompt quality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phase decomposition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state management across tasks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gives enterprises what they need: structured, auditable, verifiable pipelines with human checkpoints.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Two Mirrored Pipelines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  (6 stages)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" cy="64008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55448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65960" y="1554480"/>
            <a:ext cx="1097280" cy="64008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554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155448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1097280" cy="64008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554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55448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17720" y="1554480"/>
            <a:ext cx="1097280" cy="64008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554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155448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0" y="1554480"/>
            <a:ext cx="1097280" cy="64008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0" y="1554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155448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69480" y="1554480"/>
            <a:ext cx="1097280" cy="64008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69480" y="1554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8229600" cy="14630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PIPELINE  (8 stages)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291840"/>
            <a:ext cx="777240" cy="64008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32918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" y="32918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216152" y="3291840"/>
            <a:ext cx="777240" cy="64008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216152" y="32918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2918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157984" y="3291840"/>
            <a:ext cx="777240" cy="64008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157984" y="32918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Map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35224" y="32918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99816" y="3291840"/>
            <a:ext cx="777240" cy="64008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099816" y="32918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77056" y="32918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41648" y="3291840"/>
            <a:ext cx="777240" cy="64008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041648" y="32918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Plan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18888" y="32918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983480" y="3291840"/>
            <a:ext cx="777240" cy="64008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983480" y="32918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60720" y="32918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→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25312" y="3291840"/>
            <a:ext cx="777240" cy="64008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925312" y="32918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02552" y="32918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→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67144" y="3291840"/>
            <a:ext cx="777240" cy="64008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867144" y="32918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644384" y="32918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→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808976" y="3291840"/>
            <a:ext cx="777240" cy="64008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808976" y="32918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Cross-Pipeline Intelligence connects them: every bug fixed feeds prevention rules back into builds.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Pipeline Deep Dive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463040"/>
                <a:gridCol w="1645920"/>
                <a:gridCol w="1645920"/>
                <a:gridCol w="3108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prd-architect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idea + 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PRD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docs/PRD.md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phase-builder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PRD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phase docs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docs/phases/phase-N.md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prompt-builder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document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prompts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docs/prompts/phase-N-prompts.md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prompt-validator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+ codebase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docs/validation/phase-N-validation.md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phase-executor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prompts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Working, tested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commits + state snapshot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produces an auditable artifact.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requires human approval before the next begins.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 Pipeline Deep Dive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645920"/>
                <a:gridCol w="2560320"/>
                <a:gridCol w="365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bug-intake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Symptoms, errors, logs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bug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code-archaeologist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Annotated code map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root-cause-analyzer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map + evidence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 root cause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fix-planner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fix steps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fix-prompt-builder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fix instructions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prompt-validator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prompts + codebase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fix-executor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fix prompts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fix + git commits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lessons-learned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diagnostic artifacts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Prevention recommendations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else has a structured diagnostic pipeline.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debugs by guessing. We debug by proving.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Learning Loop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1188720"/>
            <a:ext cx="1463040" cy="77724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0" y="11887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0" y="1188720"/>
            <a:ext cx="1463040" cy="777240"/>
          </a:xfrm>
          <a:prstGeom prst="rect">
            <a:avLst/>
          </a:prstGeom>
          <a:solidFill>
            <a:srgbClr val="5B6E8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11887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0" y="2286000"/>
            <a:ext cx="1463040" cy="77724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0" y="22860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3291840"/>
            <a:ext cx="1463040" cy="77724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32918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3291840"/>
            <a:ext cx="1463040" cy="777240"/>
          </a:xfrm>
          <a:prstGeom prst="rect">
            <a:avLst/>
          </a:prstGeom>
          <a:solidFill>
            <a:srgbClr val="5B6E8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32918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2286000"/>
            <a:ext cx="1463040" cy="777240"/>
          </a:xfrm>
          <a:prstGeom prst="rect">
            <a:avLst/>
          </a:prstGeom>
          <a:solidFill>
            <a:srgbClr val="9B59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22860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4088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40880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20640" y="3520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377440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828800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bug fixed makes future builds better.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1280160"/>
                <a:gridCol w="1280160"/>
                <a:gridCol w="1554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Build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Diagnostic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Validation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Checkpoints (every stage)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 Standalone Stages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Lessons Learned Feedback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&amp; Proof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full support    ~ = partial    ✗ = not available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Principles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Assumptions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don't guess. A 30-second question prevents hours of debugging hallucinated code.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801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Human Checkpoints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121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requires explicit approval. The human is always in the loop at every decision point.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5511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Artifacts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8712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produces a file. Every decision is traceable. Every line of code traces back to user input.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46704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3009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Stages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6210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full pipeline or any stage standalone. Every skill works independently or orchestrated.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96512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0507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Continue Past a Problem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370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are resolved where they occur, not accumulated across stages.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Skills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743200" cy="32918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7432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 (6)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prd-architect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phase-builder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prompt-builder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prompt-validator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phase-executor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project-orchestrator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926080" cy="32918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05840"/>
            <a:ext cx="29260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Pipeline (8)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5544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bug-intake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code-archaeologist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root-cause-analyzer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fix-planner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fix-prompt-builder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fix-executor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lessons-learned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diagnostic-orchestrator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005840"/>
            <a:ext cx="2377440" cy="32918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005840"/>
            <a:ext cx="2377440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Cross-Pipeline (2)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15544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metrics-tracker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code-mentor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Build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33272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33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your idea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36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asks every question it needs (zero assumptions)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39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011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generated — you review and approve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42032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42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514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extracted as standalone docs (SSOT)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044952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4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017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prompts generated and validated against codebase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547872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5204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built one verified step at a time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86000" y="4114800"/>
            <a:ext cx="4572000" cy="64008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0" y="4114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/project-orchestrator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Diagnose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the symptom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99032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99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traces through the codebase (code archaeology)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8288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proven with evidence, not guessed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313432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2860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planned with minimal blast radius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770632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70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7432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prompts generated and validated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227832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27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2004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 and verified — bug confirmed gone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685032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85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6576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extracted for future prevention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86000" y="4114800"/>
            <a:ext cx="4572000" cy="64008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4114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/diagnostic-orchestrator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Metrics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97480" cy="27432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69748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Metrics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completion times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approval 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validation pass 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success 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tracking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97480" cy="27432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1005840"/>
            <a:ext cx="26974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Metrics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5544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diagnosis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success 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frequency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changed per fix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97480" cy="27432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05840"/>
            <a:ext cx="2697480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5544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prevention 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pattern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distribution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proves the system works. Not anecdotes — metrics.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481328"/>
            <a:ext cx="6858000" cy="411480"/>
          </a:xfrm>
          <a:prstGeom prst="rect">
            <a:avLst/>
          </a:prstGeom>
          <a:solidFill>
            <a:srgbClr val="0A0F20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481328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github.com/you/structured-ai-pipelines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148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skills to Claude Code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2532888"/>
            <a:ext cx="6858000" cy="411480"/>
          </a:xfrm>
          <a:prstGeom prst="rect">
            <a:avLst/>
          </a:prstGeom>
          <a:solidFill>
            <a:srgbClr val="0A0F20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532888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.claude/skills/* ~/.claude/skills/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 or diagnosing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3584448"/>
            <a:ext cx="6858000" cy="411480"/>
          </a:xfrm>
          <a:prstGeom prst="rect">
            <a:avLst/>
          </a:prstGeom>
          <a:solidFill>
            <a:srgbClr val="0A0F20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584448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/project-orchestrator  or  /diagnostic-orchestrator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structured AI development in 60 seconds.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Structured AI Development Pipelines</dc:title>
  <dc:subject>PptxGenJS Presentation</dc:subject>
  <dc:creator>Structured AI Pipelines</dc:creator>
  <cp:lastModifiedBy>Structured AI Pipelines</cp:lastModifiedBy>
  <cp:revision>1</cp:revision>
  <dcterms:created xsi:type="dcterms:W3CDTF">2026-03-17T17:24:55Z</dcterms:created>
  <dcterms:modified xsi:type="dcterms:W3CDTF">2026-03-17T17:24:55Z</dcterms:modified>
</cp:coreProperties>
</file>